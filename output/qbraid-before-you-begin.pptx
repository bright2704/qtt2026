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afc674bf734e78" /><Relationship Type="http://schemas.openxmlformats.org/officeDocument/2006/relationships/extended-properties" Target="/docProps/app.xml" Id="R920406d1cd7a4d76" /><Relationship Type="http://schemas.openxmlformats.org/officeDocument/2006/relationships/officeDocument" Target="/ppt/presentation.xml" Id="Rc2473ad3864d44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33f4c8d70e4cc5"/>
  </p:sldMasterIdLst>
  <p:notesMasterIdLst>
    <p:notesMasterId xmlns:r="http://schemas.openxmlformats.org/officeDocument/2006/relationships" r:id="Rd8e93de0962c47a2"/>
  </p:notesMasterIdLst>
  <p:sldIdLst>
    <p:sldId xmlns:r="http://schemas.openxmlformats.org/officeDocument/2006/relationships" id="256" r:id="Rf11f73c51ec648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0ae0ab35da47bd" /><Relationship Type="http://schemas.openxmlformats.org/officeDocument/2006/relationships/slideMaster" Target="/ppt/slideMasters/slideMaster1.xml" Id="R2f33f4c8d70e4cc5" /><Relationship Type="http://schemas.openxmlformats.org/officeDocument/2006/relationships/notesMaster" Target="/ppt/notesMasters/notesMaster1.xml" Id="Rd8e93de0962c47a2" /><Relationship Type="http://schemas.openxmlformats.org/officeDocument/2006/relationships/presProps" Target="/ppt/presProps.xml" Id="R25cfe9b0863b4ccd" /><Relationship Type="http://schemas.openxmlformats.org/officeDocument/2006/relationships/tableStyles" Target="/ppt/tableStyles.xml" Id="R00c773de51854f3d" /><Relationship Type="http://schemas.openxmlformats.org/officeDocument/2006/relationships/slide" Target="/ppt/slides/slide1.xml" Id="Rf11f73c51ec648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a2648fc7654b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ef826462bb4f4b" /><Relationship Type="http://schemas.openxmlformats.org/officeDocument/2006/relationships/notesMaster" Target="/ppt/notesMasters/notesMaster1.xml" Id="R3edfcc3705974c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e773ddfc8745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948e8a2bd42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031c9c37048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b1b1c796943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87c802b0c40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408a791fa44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E1EE5B-3B35-4A90-B23E-F8D6CBC1A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D57435-FF7D-46E4-B958-748E2549FE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255E9D-CF39-4150-BEBC-0E0E2DA3CB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100D76-13ED-4E4D-A90D-04A2D2A2E3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865867-1970-4BF5-AE48-DA462D5ADC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4BA387-E19C-423F-8EBC-08AC444E90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E9DE1D-AB8C-41E2-8BF1-3DB2E38EA2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E29E05-E812-4707-9F2D-78AC00ADDD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5E07A9-8C97-4CB8-A1FD-FE3C203DC8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3E340C-CC96-4972-B86C-AE09A22304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da1ba6c93d4b50" /><Relationship Type="http://schemas.openxmlformats.org/officeDocument/2006/relationships/slideLayout" Target="/ppt/slideLayouts/slideLayout1.xml" Id="Rfb167545eff444be" /><Relationship Type="http://schemas.openxmlformats.org/officeDocument/2006/relationships/slideLayout" Target="/ppt/slideLayouts/slideLayout2.xml" Id="R4ddaa467d45d49fc" /><Relationship Type="http://schemas.openxmlformats.org/officeDocument/2006/relationships/slideLayout" Target="/ppt/slideLayouts/slideLayout3.xml" Id="R05463622ce54496e" /><Relationship Type="http://schemas.openxmlformats.org/officeDocument/2006/relationships/slideLayout" Target="/ppt/slideLayouts/slideLayout4.xml" Id="Ra3247d9165ce4453" /><Relationship Type="http://schemas.openxmlformats.org/officeDocument/2006/relationships/slideLayout" Target="/ppt/slideLayouts/slideLayout5.xml" Id="R71ed5c6c8a4a42c5" /><Relationship Type="http://schemas.openxmlformats.org/officeDocument/2006/relationships/slideLayout" Target="/ppt/slideLayouts/slideLayout6.xml" Id="Rbb224f2a495348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167545eff444be"/>
    <p:sldLayoutId xmlns:r="http://schemas.openxmlformats.org/officeDocument/2006/relationships" id="2147483650" r:id="R4ddaa467d45d49fc"/>
    <p:sldLayoutId xmlns:r="http://schemas.openxmlformats.org/officeDocument/2006/relationships" id="2147483651" r:id="R05463622ce54496e"/>
    <p:sldLayoutId xmlns:r="http://schemas.openxmlformats.org/officeDocument/2006/relationships" id="2147483652" r:id="Ra3247d9165ce4453"/>
    <p:sldLayoutId xmlns:r="http://schemas.openxmlformats.org/officeDocument/2006/relationships" id="2147483653" r:id="R71ed5c6c8a4a42c5"/>
    <p:sldLayoutId xmlns:r="http://schemas.openxmlformats.org/officeDocument/2006/relationships" id="2147483654" r:id="Rbb224f2a495348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e351b5e4354764" /><Relationship Type="http://schemas.openxmlformats.org/officeDocument/2006/relationships/notesSlide" Target="/ppt/notesSlides/notesSlide1.xml" Id="R1282f48f570845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3FB15-1C8A-43CB-BA50-83157E31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Before You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BBEE2-2D00-4401-B4D2-3A65B186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DBDC8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DBDC8"/>
                </a:solidFill>
              </a:defRPr>
            </a:pPr>
            <a:r>
              <a:rPr sz="1950" b="0">
                <a:solidFill>
                  <a:srgbClr val="BDBDC8"/>
                </a:solidFill>
              </a:rPr>
              <a:t>Get ready to use qBraid Lab before the workshop.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7A2F9-4975-4968-9BC6-5CAD4A84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38BFF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38BFF"/>
                </a:solidFill>
              </a:defRPr>
            </a:pPr>
            <a:r>
              <a:rPr sz="2250" b="1">
                <a:solidFill>
                  <a:srgbClr val="C38BFF"/>
                </a:solidFill>
              </a:rPr>
              <a:t>What you will learn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F38B8-AD6A-48AB-ABC1-080B33BB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C38B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C38BFF"/>
                </a:solidFill>
              </a:defRPr>
            </a:pPr>
            <a:r>
              <a:rPr sz="1725" b="1">
                <a:solidFill>
                  <a:srgbClr val="C38B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20506-9CFC-4DC5-BAE6-809E46DA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Create an account and sign 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9AC47-1383-493E-8E58-6F2817ED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C38B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C38BFF"/>
                </a:solidFill>
              </a:defRPr>
            </a:pPr>
            <a:r>
              <a:rPr sz="1725" b="1">
                <a:solidFill>
                  <a:srgbClr val="C38BFF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5452F-1156-4D8A-B379-B473FE9B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Launch qBraid Lab.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A1C2C-0415-4E17-8578-BF32E397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C38B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C38BFF"/>
                </a:solidFill>
              </a:defRPr>
            </a:pPr>
            <a:r>
              <a:rPr sz="1725" b="1">
                <a:solidFill>
                  <a:srgbClr val="C38BFF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33DF2-6811-415F-BDB0-960C09B6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Create a notebook and run Python code.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0F423-5BB2-4511-A800-361B3A1A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C38B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C38BFF"/>
                </a:solidFill>
              </a:defRPr>
            </a:pPr>
            <a:r>
              <a:rPr sz="1725" b="1">
                <a:solidFill>
                  <a:srgbClr val="C38BFF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0C3FC-53B0-449E-8A0A-6D4FB7A7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Save, upload, and download your notebook.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44C3D-ADD7-4829-A983-1C842E44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C38B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C38BFF"/>
                </a:solidFill>
              </a:defRPr>
            </a:pPr>
            <a:r>
              <a:rPr sz="1725" b="1">
                <a:solidFill>
                  <a:srgbClr val="C38BFF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A295E-50B9-4EBC-AEED-BDB49565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911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Stop your instance when you finish.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471B8-4E38-40AC-AD35-405C3D02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38BFF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38BFF"/>
                </a:solidFill>
              </a:defRPr>
            </a:pPr>
            <a:r>
              <a:rPr sz="2250" b="1">
                <a:solidFill>
                  <a:srgbClr val="C38BFF"/>
                </a:solidFill>
              </a:rPr>
              <a:t>What you need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FEDDF-2AA0-4BD1-8490-0DBD5F3D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47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A laptop or desktop computer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with internet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89A41-9318-41E3-AE84-DA4413C8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004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A web browser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88916-DD06-4629-A542-B02C7C1B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86275"/>
            <a:ext cx="347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An email address you can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5E1D80-AEEE-4219-81AE-0F97C3B2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DBDC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BDC8"/>
                </a:solidFill>
              </a:defRPr>
            </a:pPr>
            <a:r>
              <a:rPr sz="1575" b="0">
                <a:solidFill>
                  <a:srgbClr val="BDBDC8"/>
                </a:solidFill>
              </a:rPr>
              <a:t>Your instructor will share workshop notebooks and additional instructions.</a:t>
            </a:r>
          </a:p>
        </p:txBody>
      </p:sp>
    </p:spTree>
    <p:extLst>
      <p:ext uri="{BB962C8B-B14F-4D97-AF65-F5344CB8AC3E}">
        <p14:creationId xmlns:p14="http://schemas.microsoft.com/office/powerpoint/2010/main" val="457431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2026-10-14T08:52:31.3880000Z</dcterms:created>
  <dcterms:modified xsi:type="dcterms:W3CDTF">2026-10-14T08:52:31.3880000Z</dcterms:modified>
</coreProperties>
</file>